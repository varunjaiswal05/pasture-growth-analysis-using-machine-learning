
<file path=[Content_Types].xml><?xml version="1.0" encoding="utf-8"?>
<Types xmlns="http://schemas.openxmlformats.org/package/2006/content-types">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changesInfos/changesInfo1.xml" ContentType="application/vnd.ms-powerpoint.changesinfo+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
  </p:notesMasterIdLst>
  <p:sldIdLst>
    <p:sldId id="257" r:id="rId2"/>
    <p:sldId id="260" r:id="rId3"/>
    <p:sldId id="261"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4995" autoAdjust="0"/>
    <p:restoredTop sz="94660"/>
  </p:normalViewPr>
  <p:slideViewPr>
    <p:cSldViewPr snapToGrid="0">
      <p:cViewPr varScale="1">
        <p:scale>
          <a:sx n="81" d="100"/>
          <a:sy n="81" d="100"/>
        </p:scale>
        <p:origin x="-80" y="-92"/>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chi Nayak" userId="f2c3bf23-ddd2-45f3-b3fc-46c7b79e31d9" providerId="ADAL" clId="{A2A97B8F-0536-4C0F-B0AE-B293518C339D}"/>
    <pc:docChg chg="custSel modSld">
      <pc:chgData name="Richi Nayak" userId="f2c3bf23-ddd2-45f3-b3fc-46c7b79e31d9" providerId="ADAL" clId="{A2A97B8F-0536-4C0F-B0AE-B293518C339D}" dt="2024-07-25T22:23:38.854" v="190" actId="20577"/>
      <pc:docMkLst>
        <pc:docMk/>
      </pc:docMkLst>
      <pc:sldChg chg="modSp mod">
        <pc:chgData name="Richi Nayak" userId="f2c3bf23-ddd2-45f3-b3fc-46c7b79e31d9" providerId="ADAL" clId="{A2A97B8F-0536-4C0F-B0AE-B293518C339D}" dt="2024-07-25T22:21:29.326" v="116" actId="20577"/>
        <pc:sldMkLst>
          <pc:docMk/>
          <pc:sldMk cId="392660818" sldId="257"/>
        </pc:sldMkLst>
        <pc:spChg chg="mod">
          <ac:chgData name="Richi Nayak" userId="f2c3bf23-ddd2-45f3-b3fc-46c7b79e31d9" providerId="ADAL" clId="{A2A97B8F-0536-4C0F-B0AE-B293518C339D}" dt="2024-07-25T22:18:18.674" v="53" actId="20577"/>
          <ac:spMkLst>
            <pc:docMk/>
            <pc:sldMk cId="392660818" sldId="257"/>
            <ac:spMk id="2" creationId="{C263EDE3-C9E2-F616-7CCC-9BEAC5ABBE04}"/>
          </ac:spMkLst>
        </pc:spChg>
        <pc:spChg chg="mod">
          <ac:chgData name="Richi Nayak" userId="f2c3bf23-ddd2-45f3-b3fc-46c7b79e31d9" providerId="ADAL" clId="{A2A97B8F-0536-4C0F-B0AE-B293518C339D}" dt="2024-07-25T22:21:29.326" v="116" actId="20577"/>
          <ac:spMkLst>
            <pc:docMk/>
            <pc:sldMk cId="392660818" sldId="257"/>
            <ac:spMk id="35" creationId="{36506B26-39D5-DE3F-0E26-E4D9DFFC36C6}"/>
          </ac:spMkLst>
        </pc:spChg>
      </pc:sldChg>
      <pc:sldChg chg="modSp mod">
        <pc:chgData name="Richi Nayak" userId="f2c3bf23-ddd2-45f3-b3fc-46c7b79e31d9" providerId="ADAL" clId="{A2A97B8F-0536-4C0F-B0AE-B293518C339D}" dt="2024-07-25T22:23:38.854" v="190" actId="20577"/>
        <pc:sldMkLst>
          <pc:docMk/>
          <pc:sldMk cId="4018956557" sldId="259"/>
        </pc:sldMkLst>
        <pc:spChg chg="mod">
          <ac:chgData name="Richi Nayak" userId="f2c3bf23-ddd2-45f3-b3fc-46c7b79e31d9" providerId="ADAL" clId="{A2A97B8F-0536-4C0F-B0AE-B293518C339D}" dt="2024-07-25T22:18:39.298" v="73" actId="20577"/>
          <ac:spMkLst>
            <pc:docMk/>
            <pc:sldMk cId="4018956557" sldId="259"/>
            <ac:spMk id="2" creationId="{C263EDE3-C9E2-F616-7CCC-9BEAC5ABBE04}"/>
          </ac:spMkLst>
        </pc:spChg>
        <pc:spChg chg="mod">
          <ac:chgData name="Richi Nayak" userId="f2c3bf23-ddd2-45f3-b3fc-46c7b79e31d9" providerId="ADAL" clId="{A2A97B8F-0536-4C0F-B0AE-B293518C339D}" dt="2024-07-25T22:23:38.854" v="190" actId="20577"/>
          <ac:spMkLst>
            <pc:docMk/>
            <pc:sldMk cId="4018956557" sldId="259"/>
            <ac:spMk id="35" creationId="{36506B26-39D5-DE3F-0E26-E4D9DFFC36C6}"/>
          </ac:spMkLst>
        </pc:spChg>
      </pc:sldChg>
    </pc:docChg>
  </pc:docChgLst>
  <pc:docChgLst>
    <pc:chgData name="Richi Nayak" userId="f2c3bf23-ddd2-45f3-b3fc-46c7b79e31d9" providerId="ADAL" clId="{CCF1FBB2-A881-4F71-BFA9-AC1336708373}"/>
    <pc:docChg chg="delSld">
      <pc:chgData name="Richi Nayak" userId="f2c3bf23-ddd2-45f3-b3fc-46c7b79e31d9" providerId="ADAL" clId="{CCF1FBB2-A881-4F71-BFA9-AC1336708373}" dt="2024-07-25T05:17:05.828" v="1" actId="2696"/>
      <pc:docMkLst>
        <pc:docMk/>
      </pc:docMkLst>
      <pc:sldChg chg="del">
        <pc:chgData name="Richi Nayak" userId="f2c3bf23-ddd2-45f3-b3fc-46c7b79e31d9" providerId="ADAL" clId="{CCF1FBB2-A881-4F71-BFA9-AC1336708373}" dt="2024-07-25T05:17:02.320" v="0" actId="2696"/>
        <pc:sldMkLst>
          <pc:docMk/>
          <pc:sldMk cId="970551843" sldId="256"/>
        </pc:sldMkLst>
      </pc:sldChg>
      <pc:sldChg chg="del">
        <pc:chgData name="Richi Nayak" userId="f2c3bf23-ddd2-45f3-b3fc-46c7b79e31d9" providerId="ADAL" clId="{CCF1FBB2-A881-4F71-BFA9-AC1336708373}" dt="2024-07-25T05:17:05.828" v="1" actId="2696"/>
        <pc:sldMkLst>
          <pc:docMk/>
          <pc:sldMk cId="2831351345" sldId="25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04A6F8-F236-4E74-82D7-0C112C049689}" type="datetimeFigureOut">
              <a:rPr lang="en-AU" smtClean="0"/>
              <a:pPr/>
              <a:t>4/08/2024</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1B7BDB-0575-445E-BBC4-35E47E13455C}" type="slidenum">
              <a:rPr lang="en-AU" smtClean="0"/>
              <a:pPr/>
              <a:t>‹#›</a:t>
            </a:fld>
            <a:endParaRPr lang="en-AU"/>
          </a:p>
        </p:txBody>
      </p:sp>
    </p:spTree>
    <p:extLst>
      <p:ext uri="{BB962C8B-B14F-4D97-AF65-F5344CB8AC3E}">
        <p14:creationId xmlns:p14="http://schemas.microsoft.com/office/powerpoint/2010/main" xmlns="" val="5568791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62E41F8-C4F8-A1F3-A5B2-A18A38BA668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xmlns="" id="{F7F8DA45-C631-16D1-EE05-1E3ACA35CF8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xmlns="" id="{C5703C80-803C-5FE6-EEC7-9F2A002E8994}"/>
              </a:ext>
            </a:extLst>
          </p:cNvPr>
          <p:cNvSpPr>
            <a:spLocks noGrp="1"/>
          </p:cNvSpPr>
          <p:nvPr>
            <p:ph type="dt" sz="half" idx="10"/>
          </p:nvPr>
        </p:nvSpPr>
        <p:spPr/>
        <p:txBody>
          <a:bodyPr/>
          <a:lstStyle/>
          <a:p>
            <a:fld id="{BAA6648E-1167-40E3-B644-AD269E4B9624}" type="datetimeFigureOut">
              <a:rPr lang="en-AU" smtClean="0"/>
              <a:pPr/>
              <a:t>4/08/2024</a:t>
            </a:fld>
            <a:endParaRPr lang="en-AU"/>
          </a:p>
        </p:txBody>
      </p:sp>
      <p:sp>
        <p:nvSpPr>
          <p:cNvPr id="5" name="Footer Placeholder 4">
            <a:extLst>
              <a:ext uri="{FF2B5EF4-FFF2-40B4-BE49-F238E27FC236}">
                <a16:creationId xmlns:a16="http://schemas.microsoft.com/office/drawing/2014/main" xmlns="" id="{71FF1459-8239-1FC4-6233-DFDA86276E80}"/>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xmlns="" id="{85B3097B-54A3-2B2E-1E23-7F43CC143C2C}"/>
              </a:ext>
            </a:extLst>
          </p:cNvPr>
          <p:cNvSpPr>
            <a:spLocks noGrp="1"/>
          </p:cNvSpPr>
          <p:nvPr>
            <p:ph type="sldNum" sz="quarter" idx="12"/>
          </p:nvPr>
        </p:nvSpPr>
        <p:spPr/>
        <p:txBody>
          <a:bodyPr/>
          <a:lstStyle/>
          <a:p>
            <a:fld id="{756AC3DD-ED7C-4D25-8E18-E8F5F40D0695}" type="slidenum">
              <a:rPr lang="en-AU" smtClean="0"/>
              <a:pPr/>
              <a:t>‹#›</a:t>
            </a:fld>
            <a:endParaRPr lang="en-AU"/>
          </a:p>
        </p:txBody>
      </p:sp>
    </p:spTree>
    <p:extLst>
      <p:ext uri="{BB962C8B-B14F-4D97-AF65-F5344CB8AC3E}">
        <p14:creationId xmlns:p14="http://schemas.microsoft.com/office/powerpoint/2010/main" xmlns="" val="17526434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CED50DD-0A92-173A-A0C2-499105E14205}"/>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xmlns="" id="{0F8A8B2A-DF55-D902-E90B-7C04B1407BC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xmlns="" id="{B326571E-F9D8-383B-8B41-32EA468B2C25}"/>
              </a:ext>
            </a:extLst>
          </p:cNvPr>
          <p:cNvSpPr>
            <a:spLocks noGrp="1"/>
          </p:cNvSpPr>
          <p:nvPr>
            <p:ph type="dt" sz="half" idx="10"/>
          </p:nvPr>
        </p:nvSpPr>
        <p:spPr/>
        <p:txBody>
          <a:bodyPr/>
          <a:lstStyle/>
          <a:p>
            <a:fld id="{BAA6648E-1167-40E3-B644-AD269E4B9624}" type="datetimeFigureOut">
              <a:rPr lang="en-AU" smtClean="0"/>
              <a:pPr/>
              <a:t>4/08/2024</a:t>
            </a:fld>
            <a:endParaRPr lang="en-AU"/>
          </a:p>
        </p:txBody>
      </p:sp>
      <p:sp>
        <p:nvSpPr>
          <p:cNvPr id="5" name="Footer Placeholder 4">
            <a:extLst>
              <a:ext uri="{FF2B5EF4-FFF2-40B4-BE49-F238E27FC236}">
                <a16:creationId xmlns:a16="http://schemas.microsoft.com/office/drawing/2014/main" xmlns="" id="{0823A0DC-D82A-8560-AA12-F928B9247D36}"/>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xmlns="" id="{50DC9989-A3AA-6469-CE3C-F83CE5C6E20C}"/>
              </a:ext>
            </a:extLst>
          </p:cNvPr>
          <p:cNvSpPr>
            <a:spLocks noGrp="1"/>
          </p:cNvSpPr>
          <p:nvPr>
            <p:ph type="sldNum" sz="quarter" idx="12"/>
          </p:nvPr>
        </p:nvSpPr>
        <p:spPr/>
        <p:txBody>
          <a:bodyPr/>
          <a:lstStyle/>
          <a:p>
            <a:fld id="{756AC3DD-ED7C-4D25-8E18-E8F5F40D0695}" type="slidenum">
              <a:rPr lang="en-AU" smtClean="0"/>
              <a:pPr/>
              <a:t>‹#›</a:t>
            </a:fld>
            <a:endParaRPr lang="en-AU"/>
          </a:p>
        </p:txBody>
      </p:sp>
    </p:spTree>
    <p:extLst>
      <p:ext uri="{BB962C8B-B14F-4D97-AF65-F5344CB8AC3E}">
        <p14:creationId xmlns:p14="http://schemas.microsoft.com/office/powerpoint/2010/main" xmlns="" val="666027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D8CBBA7-BBA4-DEBC-5CC5-329F75C87DA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xmlns="" id="{B00FE202-2E54-70CF-8F3A-CAEE86622FF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F9E85241-7D9B-8A81-7147-E07E75A0BA3B}"/>
              </a:ext>
            </a:extLst>
          </p:cNvPr>
          <p:cNvSpPr>
            <a:spLocks noGrp="1"/>
          </p:cNvSpPr>
          <p:nvPr>
            <p:ph type="dt" sz="half" idx="10"/>
          </p:nvPr>
        </p:nvSpPr>
        <p:spPr/>
        <p:txBody>
          <a:bodyPr/>
          <a:lstStyle/>
          <a:p>
            <a:fld id="{BAA6648E-1167-40E3-B644-AD269E4B9624}" type="datetimeFigureOut">
              <a:rPr lang="en-AU" smtClean="0"/>
              <a:pPr/>
              <a:t>4/08/2024</a:t>
            </a:fld>
            <a:endParaRPr lang="en-AU"/>
          </a:p>
        </p:txBody>
      </p:sp>
      <p:sp>
        <p:nvSpPr>
          <p:cNvPr id="5" name="Footer Placeholder 4">
            <a:extLst>
              <a:ext uri="{FF2B5EF4-FFF2-40B4-BE49-F238E27FC236}">
                <a16:creationId xmlns:a16="http://schemas.microsoft.com/office/drawing/2014/main" xmlns="" id="{F2F31114-81EB-48C7-2B48-51830483B514}"/>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xmlns="" id="{0E83A6D7-3334-7969-F93C-455108105B33}"/>
              </a:ext>
            </a:extLst>
          </p:cNvPr>
          <p:cNvSpPr>
            <a:spLocks noGrp="1"/>
          </p:cNvSpPr>
          <p:nvPr>
            <p:ph type="sldNum" sz="quarter" idx="12"/>
          </p:nvPr>
        </p:nvSpPr>
        <p:spPr/>
        <p:txBody>
          <a:bodyPr/>
          <a:lstStyle/>
          <a:p>
            <a:fld id="{756AC3DD-ED7C-4D25-8E18-E8F5F40D0695}" type="slidenum">
              <a:rPr lang="en-AU" smtClean="0"/>
              <a:pPr/>
              <a:t>‹#›</a:t>
            </a:fld>
            <a:endParaRPr lang="en-AU"/>
          </a:p>
        </p:txBody>
      </p:sp>
    </p:spTree>
    <p:extLst>
      <p:ext uri="{BB962C8B-B14F-4D97-AF65-F5344CB8AC3E}">
        <p14:creationId xmlns:p14="http://schemas.microsoft.com/office/powerpoint/2010/main" xmlns="" val="42313278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EDF5A8E-70EE-0479-302F-67CB76EA9115}"/>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xmlns="" id="{64095CA5-C680-AD83-8F6C-974FF6EB81E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xmlns="" id="{D0B5CEEF-4A57-71B5-1C74-B222AE1C446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xmlns="" id="{1AB34458-CADD-636C-446D-1B862421ABA4}"/>
              </a:ext>
            </a:extLst>
          </p:cNvPr>
          <p:cNvSpPr>
            <a:spLocks noGrp="1"/>
          </p:cNvSpPr>
          <p:nvPr>
            <p:ph type="dt" sz="half" idx="10"/>
          </p:nvPr>
        </p:nvSpPr>
        <p:spPr/>
        <p:txBody>
          <a:bodyPr/>
          <a:lstStyle/>
          <a:p>
            <a:fld id="{BAA6648E-1167-40E3-B644-AD269E4B9624}" type="datetimeFigureOut">
              <a:rPr lang="en-AU" smtClean="0"/>
              <a:pPr/>
              <a:t>4/08/2024</a:t>
            </a:fld>
            <a:endParaRPr lang="en-AU"/>
          </a:p>
        </p:txBody>
      </p:sp>
      <p:sp>
        <p:nvSpPr>
          <p:cNvPr id="6" name="Footer Placeholder 5">
            <a:extLst>
              <a:ext uri="{FF2B5EF4-FFF2-40B4-BE49-F238E27FC236}">
                <a16:creationId xmlns:a16="http://schemas.microsoft.com/office/drawing/2014/main" xmlns="" id="{80251DAE-ED60-A6F4-3E07-C2C7BEA2B71E}"/>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xmlns="" id="{0E1EA9EE-CC38-67F6-6425-525C6865CA3B}"/>
              </a:ext>
            </a:extLst>
          </p:cNvPr>
          <p:cNvSpPr>
            <a:spLocks noGrp="1"/>
          </p:cNvSpPr>
          <p:nvPr>
            <p:ph type="sldNum" sz="quarter" idx="12"/>
          </p:nvPr>
        </p:nvSpPr>
        <p:spPr/>
        <p:txBody>
          <a:bodyPr/>
          <a:lstStyle/>
          <a:p>
            <a:fld id="{756AC3DD-ED7C-4D25-8E18-E8F5F40D0695}" type="slidenum">
              <a:rPr lang="en-AU" smtClean="0"/>
              <a:pPr/>
              <a:t>‹#›</a:t>
            </a:fld>
            <a:endParaRPr lang="en-AU"/>
          </a:p>
        </p:txBody>
      </p:sp>
    </p:spTree>
    <p:extLst>
      <p:ext uri="{BB962C8B-B14F-4D97-AF65-F5344CB8AC3E}">
        <p14:creationId xmlns:p14="http://schemas.microsoft.com/office/powerpoint/2010/main" xmlns="" val="6121663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224D9CA-51CB-D200-7028-C990CEF0C225}"/>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xmlns="" id="{4B52CAEB-710F-C272-3888-A5E25B421B4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42EDF7FE-071A-617B-6140-5753F8370E1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xmlns="" id="{78F72753-367E-E5ED-FB87-36671F03DB6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30033F59-CB2C-CA2C-CA19-12748107296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xmlns="" id="{1737D4FC-CC90-2497-A929-8D42CFFE6405}"/>
              </a:ext>
            </a:extLst>
          </p:cNvPr>
          <p:cNvSpPr>
            <a:spLocks noGrp="1"/>
          </p:cNvSpPr>
          <p:nvPr>
            <p:ph type="dt" sz="half" idx="10"/>
          </p:nvPr>
        </p:nvSpPr>
        <p:spPr/>
        <p:txBody>
          <a:bodyPr/>
          <a:lstStyle/>
          <a:p>
            <a:fld id="{BAA6648E-1167-40E3-B644-AD269E4B9624}" type="datetimeFigureOut">
              <a:rPr lang="en-AU" smtClean="0"/>
              <a:pPr/>
              <a:t>4/08/2024</a:t>
            </a:fld>
            <a:endParaRPr lang="en-AU"/>
          </a:p>
        </p:txBody>
      </p:sp>
      <p:sp>
        <p:nvSpPr>
          <p:cNvPr id="8" name="Footer Placeholder 7">
            <a:extLst>
              <a:ext uri="{FF2B5EF4-FFF2-40B4-BE49-F238E27FC236}">
                <a16:creationId xmlns:a16="http://schemas.microsoft.com/office/drawing/2014/main" xmlns="" id="{06AA8391-2DD3-C574-27A5-79B92512D567}"/>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xmlns="" id="{FF31D193-CEA4-6318-D15D-F164DABDA32D}"/>
              </a:ext>
            </a:extLst>
          </p:cNvPr>
          <p:cNvSpPr>
            <a:spLocks noGrp="1"/>
          </p:cNvSpPr>
          <p:nvPr>
            <p:ph type="sldNum" sz="quarter" idx="12"/>
          </p:nvPr>
        </p:nvSpPr>
        <p:spPr/>
        <p:txBody>
          <a:bodyPr/>
          <a:lstStyle/>
          <a:p>
            <a:fld id="{756AC3DD-ED7C-4D25-8E18-E8F5F40D0695}" type="slidenum">
              <a:rPr lang="en-AU" smtClean="0"/>
              <a:pPr/>
              <a:t>‹#›</a:t>
            </a:fld>
            <a:endParaRPr lang="en-AU"/>
          </a:p>
        </p:txBody>
      </p:sp>
    </p:spTree>
    <p:extLst>
      <p:ext uri="{BB962C8B-B14F-4D97-AF65-F5344CB8AC3E}">
        <p14:creationId xmlns:p14="http://schemas.microsoft.com/office/powerpoint/2010/main" xmlns="" val="14733575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9A62DF7-9BA3-25E7-C5BE-3E9DF77CA548}"/>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xmlns="" id="{7D02221D-016A-6B79-8BDF-003CBA5CCFBC}"/>
              </a:ext>
            </a:extLst>
          </p:cNvPr>
          <p:cNvSpPr>
            <a:spLocks noGrp="1"/>
          </p:cNvSpPr>
          <p:nvPr>
            <p:ph type="dt" sz="half" idx="10"/>
          </p:nvPr>
        </p:nvSpPr>
        <p:spPr/>
        <p:txBody>
          <a:bodyPr/>
          <a:lstStyle/>
          <a:p>
            <a:fld id="{BAA6648E-1167-40E3-B644-AD269E4B9624}" type="datetimeFigureOut">
              <a:rPr lang="en-AU" smtClean="0"/>
              <a:pPr/>
              <a:t>4/08/2024</a:t>
            </a:fld>
            <a:endParaRPr lang="en-AU"/>
          </a:p>
        </p:txBody>
      </p:sp>
      <p:sp>
        <p:nvSpPr>
          <p:cNvPr id="4" name="Footer Placeholder 3">
            <a:extLst>
              <a:ext uri="{FF2B5EF4-FFF2-40B4-BE49-F238E27FC236}">
                <a16:creationId xmlns:a16="http://schemas.microsoft.com/office/drawing/2014/main" xmlns="" id="{265F76D5-E31D-068E-8F98-7383459C5D71}"/>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xmlns="" id="{D5F60F50-0421-F574-B979-2AA0E4B83381}"/>
              </a:ext>
            </a:extLst>
          </p:cNvPr>
          <p:cNvSpPr>
            <a:spLocks noGrp="1"/>
          </p:cNvSpPr>
          <p:nvPr>
            <p:ph type="sldNum" sz="quarter" idx="12"/>
          </p:nvPr>
        </p:nvSpPr>
        <p:spPr/>
        <p:txBody>
          <a:bodyPr/>
          <a:lstStyle/>
          <a:p>
            <a:fld id="{756AC3DD-ED7C-4D25-8E18-E8F5F40D0695}" type="slidenum">
              <a:rPr lang="en-AU" smtClean="0"/>
              <a:pPr/>
              <a:t>‹#›</a:t>
            </a:fld>
            <a:endParaRPr lang="en-AU"/>
          </a:p>
        </p:txBody>
      </p:sp>
    </p:spTree>
    <p:extLst>
      <p:ext uri="{BB962C8B-B14F-4D97-AF65-F5344CB8AC3E}">
        <p14:creationId xmlns:p14="http://schemas.microsoft.com/office/powerpoint/2010/main" xmlns="" val="21557606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47819153-A1A5-40BF-785C-91A89FAAC15D}"/>
              </a:ext>
            </a:extLst>
          </p:cNvPr>
          <p:cNvSpPr>
            <a:spLocks noGrp="1"/>
          </p:cNvSpPr>
          <p:nvPr>
            <p:ph type="dt" sz="half" idx="10"/>
          </p:nvPr>
        </p:nvSpPr>
        <p:spPr/>
        <p:txBody>
          <a:bodyPr/>
          <a:lstStyle/>
          <a:p>
            <a:fld id="{BAA6648E-1167-40E3-B644-AD269E4B9624}" type="datetimeFigureOut">
              <a:rPr lang="en-AU" smtClean="0"/>
              <a:pPr/>
              <a:t>4/08/2024</a:t>
            </a:fld>
            <a:endParaRPr lang="en-AU"/>
          </a:p>
        </p:txBody>
      </p:sp>
      <p:sp>
        <p:nvSpPr>
          <p:cNvPr id="3" name="Footer Placeholder 2">
            <a:extLst>
              <a:ext uri="{FF2B5EF4-FFF2-40B4-BE49-F238E27FC236}">
                <a16:creationId xmlns:a16="http://schemas.microsoft.com/office/drawing/2014/main" xmlns="" id="{4F6A9536-C51D-3DBE-8D7E-0E4D949028A7}"/>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xmlns="" id="{2F4A1FDC-E737-D041-FE99-9702426F341F}"/>
              </a:ext>
            </a:extLst>
          </p:cNvPr>
          <p:cNvSpPr>
            <a:spLocks noGrp="1"/>
          </p:cNvSpPr>
          <p:nvPr>
            <p:ph type="sldNum" sz="quarter" idx="12"/>
          </p:nvPr>
        </p:nvSpPr>
        <p:spPr/>
        <p:txBody>
          <a:bodyPr/>
          <a:lstStyle/>
          <a:p>
            <a:fld id="{756AC3DD-ED7C-4D25-8E18-E8F5F40D0695}" type="slidenum">
              <a:rPr lang="en-AU" smtClean="0"/>
              <a:pPr/>
              <a:t>‹#›</a:t>
            </a:fld>
            <a:endParaRPr lang="en-AU"/>
          </a:p>
        </p:txBody>
      </p:sp>
    </p:spTree>
    <p:extLst>
      <p:ext uri="{BB962C8B-B14F-4D97-AF65-F5344CB8AC3E}">
        <p14:creationId xmlns:p14="http://schemas.microsoft.com/office/powerpoint/2010/main" xmlns="" val="8712465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2336D9C-B35C-125E-4BC6-A034D383B78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xmlns="" id="{E39EB0F1-DAA2-5B24-079B-8E6A4FE5913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xmlns="" id="{1BADB143-29CB-1DF0-F521-BFC5B2ADC5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0B486E6E-27ED-DB80-F30B-7D580EB29DF4}"/>
              </a:ext>
            </a:extLst>
          </p:cNvPr>
          <p:cNvSpPr>
            <a:spLocks noGrp="1"/>
          </p:cNvSpPr>
          <p:nvPr>
            <p:ph type="dt" sz="half" idx="10"/>
          </p:nvPr>
        </p:nvSpPr>
        <p:spPr/>
        <p:txBody>
          <a:bodyPr/>
          <a:lstStyle/>
          <a:p>
            <a:fld id="{BAA6648E-1167-40E3-B644-AD269E4B9624}" type="datetimeFigureOut">
              <a:rPr lang="en-AU" smtClean="0"/>
              <a:pPr/>
              <a:t>4/08/2024</a:t>
            </a:fld>
            <a:endParaRPr lang="en-AU"/>
          </a:p>
        </p:txBody>
      </p:sp>
      <p:sp>
        <p:nvSpPr>
          <p:cNvPr id="6" name="Footer Placeholder 5">
            <a:extLst>
              <a:ext uri="{FF2B5EF4-FFF2-40B4-BE49-F238E27FC236}">
                <a16:creationId xmlns:a16="http://schemas.microsoft.com/office/drawing/2014/main" xmlns="" id="{14C0746D-132D-E2E9-5F4E-98EC869BD896}"/>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xmlns="" id="{613E2329-466A-55B2-ADCD-338557EE67BD}"/>
              </a:ext>
            </a:extLst>
          </p:cNvPr>
          <p:cNvSpPr>
            <a:spLocks noGrp="1"/>
          </p:cNvSpPr>
          <p:nvPr>
            <p:ph type="sldNum" sz="quarter" idx="12"/>
          </p:nvPr>
        </p:nvSpPr>
        <p:spPr/>
        <p:txBody>
          <a:bodyPr/>
          <a:lstStyle/>
          <a:p>
            <a:fld id="{756AC3DD-ED7C-4D25-8E18-E8F5F40D0695}" type="slidenum">
              <a:rPr lang="en-AU" smtClean="0"/>
              <a:pPr/>
              <a:t>‹#›</a:t>
            </a:fld>
            <a:endParaRPr lang="en-AU"/>
          </a:p>
        </p:txBody>
      </p:sp>
    </p:spTree>
    <p:extLst>
      <p:ext uri="{BB962C8B-B14F-4D97-AF65-F5344CB8AC3E}">
        <p14:creationId xmlns:p14="http://schemas.microsoft.com/office/powerpoint/2010/main" xmlns="" val="4209137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4A5D967-A7C1-09AD-255B-B5D3364EBB2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xmlns="" id="{6987DFFC-3D9A-6A4D-C6D9-702C134F956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xmlns="" id="{F29627E9-A8A1-D83F-833E-E7128DE3D9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57911F74-B616-EB6E-98F4-E4CD78A8E5C3}"/>
              </a:ext>
            </a:extLst>
          </p:cNvPr>
          <p:cNvSpPr>
            <a:spLocks noGrp="1"/>
          </p:cNvSpPr>
          <p:nvPr>
            <p:ph type="dt" sz="half" idx="10"/>
          </p:nvPr>
        </p:nvSpPr>
        <p:spPr/>
        <p:txBody>
          <a:bodyPr/>
          <a:lstStyle/>
          <a:p>
            <a:fld id="{BAA6648E-1167-40E3-B644-AD269E4B9624}" type="datetimeFigureOut">
              <a:rPr lang="en-AU" smtClean="0"/>
              <a:pPr/>
              <a:t>4/08/2024</a:t>
            </a:fld>
            <a:endParaRPr lang="en-AU"/>
          </a:p>
        </p:txBody>
      </p:sp>
      <p:sp>
        <p:nvSpPr>
          <p:cNvPr id="6" name="Footer Placeholder 5">
            <a:extLst>
              <a:ext uri="{FF2B5EF4-FFF2-40B4-BE49-F238E27FC236}">
                <a16:creationId xmlns:a16="http://schemas.microsoft.com/office/drawing/2014/main" xmlns="" id="{38A80EDB-7CFA-5321-C274-FF3FDA8AD24F}"/>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xmlns="" id="{A5A5238F-436A-A5F5-41CD-DF51D510D8F6}"/>
              </a:ext>
            </a:extLst>
          </p:cNvPr>
          <p:cNvSpPr>
            <a:spLocks noGrp="1"/>
          </p:cNvSpPr>
          <p:nvPr>
            <p:ph type="sldNum" sz="quarter" idx="12"/>
          </p:nvPr>
        </p:nvSpPr>
        <p:spPr/>
        <p:txBody>
          <a:bodyPr/>
          <a:lstStyle/>
          <a:p>
            <a:fld id="{756AC3DD-ED7C-4D25-8E18-E8F5F40D0695}" type="slidenum">
              <a:rPr lang="en-AU" smtClean="0"/>
              <a:pPr/>
              <a:t>‹#›</a:t>
            </a:fld>
            <a:endParaRPr lang="en-AU"/>
          </a:p>
        </p:txBody>
      </p:sp>
    </p:spTree>
    <p:extLst>
      <p:ext uri="{BB962C8B-B14F-4D97-AF65-F5344CB8AC3E}">
        <p14:creationId xmlns:p14="http://schemas.microsoft.com/office/powerpoint/2010/main" xmlns="" val="36101085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B2D5A20-E5D3-DD0A-A41D-B7728D173D8B}"/>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xmlns="" id="{D61B0C93-E8D0-2ABB-954F-E2CA040D8C0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xmlns="" id="{8C8C3411-694D-2439-E4F9-C44FD3AC14B8}"/>
              </a:ext>
            </a:extLst>
          </p:cNvPr>
          <p:cNvSpPr>
            <a:spLocks noGrp="1"/>
          </p:cNvSpPr>
          <p:nvPr>
            <p:ph type="dt" sz="half" idx="10"/>
          </p:nvPr>
        </p:nvSpPr>
        <p:spPr/>
        <p:txBody>
          <a:bodyPr/>
          <a:lstStyle/>
          <a:p>
            <a:fld id="{BAA6648E-1167-40E3-B644-AD269E4B9624}" type="datetimeFigureOut">
              <a:rPr lang="en-AU" smtClean="0"/>
              <a:pPr/>
              <a:t>4/08/2024</a:t>
            </a:fld>
            <a:endParaRPr lang="en-AU"/>
          </a:p>
        </p:txBody>
      </p:sp>
      <p:sp>
        <p:nvSpPr>
          <p:cNvPr id="5" name="Footer Placeholder 4">
            <a:extLst>
              <a:ext uri="{FF2B5EF4-FFF2-40B4-BE49-F238E27FC236}">
                <a16:creationId xmlns:a16="http://schemas.microsoft.com/office/drawing/2014/main" xmlns="" id="{3C009C84-890A-EE16-2A42-0AD653672EA3}"/>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xmlns="" id="{A6BFA405-5604-5491-6C71-A547D7ACEBE6}"/>
              </a:ext>
            </a:extLst>
          </p:cNvPr>
          <p:cNvSpPr>
            <a:spLocks noGrp="1"/>
          </p:cNvSpPr>
          <p:nvPr>
            <p:ph type="sldNum" sz="quarter" idx="12"/>
          </p:nvPr>
        </p:nvSpPr>
        <p:spPr/>
        <p:txBody>
          <a:bodyPr/>
          <a:lstStyle/>
          <a:p>
            <a:fld id="{756AC3DD-ED7C-4D25-8E18-E8F5F40D0695}" type="slidenum">
              <a:rPr lang="en-AU" smtClean="0"/>
              <a:pPr/>
              <a:t>‹#›</a:t>
            </a:fld>
            <a:endParaRPr lang="en-AU"/>
          </a:p>
        </p:txBody>
      </p:sp>
    </p:spTree>
    <p:extLst>
      <p:ext uri="{BB962C8B-B14F-4D97-AF65-F5344CB8AC3E}">
        <p14:creationId xmlns:p14="http://schemas.microsoft.com/office/powerpoint/2010/main" xmlns="" val="41271502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14CF6527-B895-5B7A-9FAD-2F51F12C60D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xmlns="" id="{4C73AC9C-9367-09A4-6D04-F224B9E7BF7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xmlns="" id="{3CF5B59A-D7D8-94AF-A228-81120A87C50B}"/>
              </a:ext>
            </a:extLst>
          </p:cNvPr>
          <p:cNvSpPr>
            <a:spLocks noGrp="1"/>
          </p:cNvSpPr>
          <p:nvPr>
            <p:ph type="dt" sz="half" idx="10"/>
          </p:nvPr>
        </p:nvSpPr>
        <p:spPr/>
        <p:txBody>
          <a:bodyPr/>
          <a:lstStyle/>
          <a:p>
            <a:fld id="{BAA6648E-1167-40E3-B644-AD269E4B9624}" type="datetimeFigureOut">
              <a:rPr lang="en-AU" smtClean="0"/>
              <a:pPr/>
              <a:t>4/08/2024</a:t>
            </a:fld>
            <a:endParaRPr lang="en-AU"/>
          </a:p>
        </p:txBody>
      </p:sp>
      <p:sp>
        <p:nvSpPr>
          <p:cNvPr id="5" name="Footer Placeholder 4">
            <a:extLst>
              <a:ext uri="{FF2B5EF4-FFF2-40B4-BE49-F238E27FC236}">
                <a16:creationId xmlns:a16="http://schemas.microsoft.com/office/drawing/2014/main" xmlns="" id="{CAEA8B3D-9384-AF90-6BBF-FC9907FB0A0C}"/>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xmlns="" id="{52B83F0E-2AEC-84B1-6C40-874A35B2CA32}"/>
              </a:ext>
            </a:extLst>
          </p:cNvPr>
          <p:cNvSpPr>
            <a:spLocks noGrp="1"/>
          </p:cNvSpPr>
          <p:nvPr>
            <p:ph type="sldNum" sz="quarter" idx="12"/>
          </p:nvPr>
        </p:nvSpPr>
        <p:spPr/>
        <p:txBody>
          <a:bodyPr/>
          <a:lstStyle/>
          <a:p>
            <a:fld id="{756AC3DD-ED7C-4D25-8E18-E8F5F40D0695}" type="slidenum">
              <a:rPr lang="en-AU" smtClean="0"/>
              <a:pPr/>
              <a:t>‹#›</a:t>
            </a:fld>
            <a:endParaRPr lang="en-AU"/>
          </a:p>
        </p:txBody>
      </p:sp>
    </p:spTree>
    <p:extLst>
      <p:ext uri="{BB962C8B-B14F-4D97-AF65-F5344CB8AC3E}">
        <p14:creationId xmlns:p14="http://schemas.microsoft.com/office/powerpoint/2010/main" xmlns="" val="13355125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FEB822B4-A0B2-6209-00B1-9A3E71F98BB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xmlns="" id="{D06AB80C-0330-B73E-8074-07344A52FC0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xmlns="" id="{A0A37D4E-E10F-3377-93A3-D1E54FC12FE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AA6648E-1167-40E3-B644-AD269E4B9624}" type="datetimeFigureOut">
              <a:rPr lang="en-AU" smtClean="0"/>
              <a:pPr/>
              <a:t>4/08/2024</a:t>
            </a:fld>
            <a:endParaRPr lang="en-AU"/>
          </a:p>
        </p:txBody>
      </p:sp>
      <p:sp>
        <p:nvSpPr>
          <p:cNvPr id="5" name="Footer Placeholder 4">
            <a:extLst>
              <a:ext uri="{FF2B5EF4-FFF2-40B4-BE49-F238E27FC236}">
                <a16:creationId xmlns:a16="http://schemas.microsoft.com/office/drawing/2014/main" xmlns="" id="{154F1819-A16A-45C3-ABF7-6F74D8BB138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U"/>
          </a:p>
        </p:txBody>
      </p:sp>
      <p:sp>
        <p:nvSpPr>
          <p:cNvPr id="6" name="Slide Number Placeholder 5">
            <a:extLst>
              <a:ext uri="{FF2B5EF4-FFF2-40B4-BE49-F238E27FC236}">
                <a16:creationId xmlns:a16="http://schemas.microsoft.com/office/drawing/2014/main" xmlns="" id="{7849A66A-F379-8850-F033-03EFEAF00CC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56AC3DD-ED7C-4D25-8E18-E8F5F40D0695}" type="slidenum">
              <a:rPr lang="en-AU" smtClean="0"/>
              <a:pPr/>
              <a:t>‹#›</a:t>
            </a:fld>
            <a:endParaRPr lang="en-AU"/>
          </a:p>
        </p:txBody>
      </p:sp>
    </p:spTree>
    <p:extLst>
      <p:ext uri="{BB962C8B-B14F-4D97-AF65-F5344CB8AC3E}">
        <p14:creationId xmlns:p14="http://schemas.microsoft.com/office/powerpoint/2010/main" xmlns="" val="24865780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263EDE3-C9E2-F616-7CCC-9BEAC5ABBE04}"/>
              </a:ext>
            </a:extLst>
          </p:cNvPr>
          <p:cNvSpPr>
            <a:spLocks noGrp="1"/>
          </p:cNvSpPr>
          <p:nvPr>
            <p:ph type="title"/>
          </p:nvPr>
        </p:nvSpPr>
        <p:spPr>
          <a:xfrm>
            <a:off x="1191286" y="276333"/>
            <a:ext cx="10515600" cy="1325563"/>
          </a:xfrm>
        </p:spPr>
        <p:txBody>
          <a:bodyPr>
            <a:normAutofit/>
          </a:bodyPr>
          <a:lstStyle/>
          <a:p>
            <a:pPr algn="ctr"/>
            <a:r>
              <a:rPr lang="en-AU" sz="2000" dirty="0"/>
              <a:t>Agriculture Domain Problem</a:t>
            </a:r>
            <a:br>
              <a:rPr lang="en-AU" sz="2000" dirty="0"/>
            </a:br>
            <a:r>
              <a:rPr lang="en-AU" sz="2000" dirty="0"/>
              <a:t>Forecasting Pasture growth for optimised farm management and business decision-making</a:t>
            </a:r>
            <a:r>
              <a:rPr lang="en-AU" sz="2400" dirty="0"/>
              <a:t/>
            </a:r>
            <a:br>
              <a:rPr lang="en-AU" sz="2400" dirty="0"/>
            </a:br>
            <a:endParaRPr lang="en-AU" sz="2400" dirty="0"/>
          </a:p>
        </p:txBody>
      </p:sp>
      <p:pic>
        <p:nvPicPr>
          <p:cNvPr id="33" name="Picture 32">
            <a:extLst>
              <a:ext uri="{FF2B5EF4-FFF2-40B4-BE49-F238E27FC236}">
                <a16:creationId xmlns:a16="http://schemas.microsoft.com/office/drawing/2014/main" xmlns="" id="{38D75EED-742F-9E29-F06D-38E9535AF9D1}"/>
              </a:ext>
            </a:extLst>
          </p:cNvPr>
          <p:cNvPicPr>
            <a:picLocks noChangeAspect="1"/>
          </p:cNvPicPr>
          <p:nvPr/>
        </p:nvPicPr>
        <p:blipFill>
          <a:blip r:embed="rId2"/>
          <a:stretch>
            <a:fillRect/>
          </a:stretch>
        </p:blipFill>
        <p:spPr>
          <a:xfrm>
            <a:off x="2319110" y="1720548"/>
            <a:ext cx="6529328" cy="2345487"/>
          </a:xfrm>
          <a:prstGeom prst="rect">
            <a:avLst/>
          </a:prstGeom>
        </p:spPr>
      </p:pic>
      <p:sp>
        <p:nvSpPr>
          <p:cNvPr id="35" name="TextBox 34">
            <a:extLst>
              <a:ext uri="{FF2B5EF4-FFF2-40B4-BE49-F238E27FC236}">
                <a16:creationId xmlns:a16="http://schemas.microsoft.com/office/drawing/2014/main" xmlns="" id="{36506B26-39D5-DE3F-0E26-E4D9DFFC36C6}"/>
              </a:ext>
            </a:extLst>
          </p:cNvPr>
          <p:cNvSpPr txBox="1"/>
          <p:nvPr/>
        </p:nvSpPr>
        <p:spPr>
          <a:xfrm>
            <a:off x="1554177" y="4273343"/>
            <a:ext cx="9572531" cy="2031325"/>
          </a:xfrm>
          <a:prstGeom prst="rect">
            <a:avLst/>
          </a:prstGeom>
          <a:noFill/>
        </p:spPr>
        <p:txBody>
          <a:bodyPr wrap="square">
            <a:spAutoFit/>
          </a:bodyPr>
          <a:lstStyle/>
          <a:p>
            <a:pPr marL="285750" indent="-285750">
              <a:buFont typeface="Arial" panose="020B0604020202020204" pitchFamily="34" charset="0"/>
              <a:buChar char="•"/>
            </a:pPr>
            <a:r>
              <a:rPr lang="en-AU" dirty="0"/>
              <a:t>Pastures are important feed sources for livestock and require an optimal management strategy to boost the productivity and sustainability of grassland.</a:t>
            </a:r>
          </a:p>
          <a:p>
            <a:pPr marL="285750" indent="-285750">
              <a:buFont typeface="Arial" panose="020B0604020202020204" pitchFamily="34" charset="0"/>
              <a:buChar char="•"/>
            </a:pPr>
            <a:r>
              <a:rPr lang="en-AU" dirty="0"/>
              <a:t>Accurate prediction of pasture availability is critical for effective farm management, livestock growth, and maintaining the supply chain. </a:t>
            </a:r>
          </a:p>
          <a:p>
            <a:pPr marL="285750" indent="-285750">
              <a:buFont typeface="Arial" panose="020B0604020202020204" pitchFamily="34" charset="0"/>
              <a:buChar char="•"/>
            </a:pPr>
            <a:r>
              <a:rPr lang="en-AU" dirty="0"/>
              <a:t>Pasture yield depends on various factors such as climate, soil, water, and environment. </a:t>
            </a:r>
          </a:p>
          <a:p>
            <a:pPr marL="285750" indent="-285750">
              <a:buFont typeface="Arial" panose="020B0604020202020204" pitchFamily="34" charset="0"/>
              <a:buChar char="•"/>
            </a:pPr>
            <a:r>
              <a:rPr lang="en-AU" dirty="0"/>
              <a:t>You will be given Pasture field data collected using Sentinel-2 satellite imagery over multiple years, paddock metadata and climate data.</a:t>
            </a:r>
          </a:p>
        </p:txBody>
      </p:sp>
    </p:spTree>
    <p:extLst>
      <p:ext uri="{BB962C8B-B14F-4D97-AF65-F5344CB8AC3E}">
        <p14:creationId xmlns:p14="http://schemas.microsoft.com/office/powerpoint/2010/main" xmlns="" val="3926608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B51F423-9ABF-40E4-779F-1567A2698100}"/>
              </a:ext>
            </a:extLst>
          </p:cNvPr>
          <p:cNvSpPr>
            <a:spLocks noGrp="1"/>
          </p:cNvSpPr>
          <p:nvPr>
            <p:ph type="title"/>
          </p:nvPr>
        </p:nvSpPr>
        <p:spPr/>
        <p:txBody>
          <a:bodyPr/>
          <a:lstStyle/>
          <a:p>
            <a:r>
              <a:rPr lang="en-AU" sz="4400" dirty="0"/>
              <a:t>Forecasting Pasture growth</a:t>
            </a:r>
            <a:endParaRPr lang="en-AU" dirty="0"/>
          </a:p>
        </p:txBody>
      </p:sp>
      <p:sp>
        <p:nvSpPr>
          <p:cNvPr id="3" name="Content Placeholder 2">
            <a:extLst>
              <a:ext uri="{FF2B5EF4-FFF2-40B4-BE49-F238E27FC236}">
                <a16:creationId xmlns:a16="http://schemas.microsoft.com/office/drawing/2014/main" xmlns="" id="{050FA3A7-C615-F7D6-1472-20F91988630B}"/>
              </a:ext>
            </a:extLst>
          </p:cNvPr>
          <p:cNvSpPr>
            <a:spLocks noGrp="1"/>
          </p:cNvSpPr>
          <p:nvPr>
            <p:ph idx="1"/>
          </p:nvPr>
        </p:nvSpPr>
        <p:spPr/>
        <p:txBody>
          <a:bodyPr>
            <a:normAutofit lnSpcReduction="10000"/>
          </a:bodyPr>
          <a:lstStyle/>
          <a:p>
            <a:r>
              <a:rPr lang="en-AU" sz="1800" kern="100" dirty="0">
                <a:effectLst/>
                <a:latin typeface="Aptos" panose="020B0004020202020204" pitchFamily="34" charset="0"/>
                <a:ea typeface="Aptos" panose="020B0004020202020204" pitchFamily="34" charset="0"/>
                <a:cs typeface="Arial" panose="020B0604020202020204" pitchFamily="34" charset="0"/>
              </a:rPr>
              <a:t>Pastures are a primary food source for livestock in Australia, with various pasture species grown in rotations.</a:t>
            </a:r>
          </a:p>
          <a:p>
            <a:r>
              <a:rPr lang="en-AU" sz="1800" b="1" kern="100" dirty="0">
                <a:effectLst/>
                <a:latin typeface="Aptos" panose="020B0004020202020204" pitchFamily="34" charset="0"/>
                <a:ea typeface="Aptos" panose="020B0004020202020204" pitchFamily="34" charset="0"/>
                <a:cs typeface="Arial" panose="020B0604020202020204" pitchFamily="34" charset="0"/>
              </a:rPr>
              <a:t>NRM1010 TSDM data</a:t>
            </a:r>
            <a:r>
              <a:rPr lang="en-AU" sz="1800" kern="100" dirty="0">
                <a:effectLst/>
                <a:latin typeface="Aptos" panose="020B0004020202020204" pitchFamily="34" charset="0"/>
                <a:ea typeface="Aptos" panose="020B0004020202020204" pitchFamily="34" charset="0"/>
                <a:cs typeface="Arial" panose="020B0604020202020204" pitchFamily="34" charset="0"/>
              </a:rPr>
              <a:t>: </a:t>
            </a:r>
          </a:p>
          <a:p>
            <a:pPr lvl="1"/>
            <a:r>
              <a:rPr lang="en-AU" sz="1800" kern="100" dirty="0">
                <a:latin typeface="Aptos" panose="020B0004020202020204" pitchFamily="34" charset="0"/>
                <a:cs typeface="Arial" panose="020B0604020202020204" pitchFamily="34" charset="0"/>
              </a:rPr>
              <a:t>Pasture field data were collected using Sentinel-2 satellite imagery over multiple years (2017 to 2023) across several farms subdivided into many paddocks in the NRM1010 region of Australia. </a:t>
            </a:r>
          </a:p>
          <a:p>
            <a:pPr lvl="1"/>
            <a:r>
              <a:rPr lang="en-AU" sz="1800" kern="100" dirty="0">
                <a:latin typeface="Aptos" panose="020B0004020202020204" pitchFamily="34" charset="0"/>
                <a:cs typeface="Arial" panose="020B0604020202020204" pitchFamily="34" charset="0"/>
              </a:rPr>
              <a:t>It provides Pasture yield as total standing dry matter (TSDM), the amount of pasture in a paddock at any given time, measured in kilograms of dry matter per hectare (kg DM/ha). </a:t>
            </a:r>
          </a:p>
          <a:p>
            <a:pPr lvl="1"/>
            <a:r>
              <a:rPr lang="en-AU" sz="1800" kern="100" dirty="0">
                <a:latin typeface="Aptos" panose="020B0004020202020204" pitchFamily="34" charset="0"/>
                <a:cs typeface="Arial" panose="020B0604020202020204" pitchFamily="34" charset="0"/>
              </a:rPr>
              <a:t>The data is pre-processed to record TSDM every 15 days. To treat the noise from remote sensing, the data were temporarily smoothed using the median of 30 days. The data has some missing values.</a:t>
            </a:r>
          </a:p>
          <a:p>
            <a:pPr lvl="1"/>
            <a:r>
              <a:rPr lang="en-AU" sz="1800" kern="100" dirty="0">
                <a:effectLst/>
                <a:latin typeface="Aptos" panose="020B0004020202020204" pitchFamily="34" charset="0"/>
                <a:ea typeface="Aptos" panose="020B0004020202020204" pitchFamily="34" charset="0"/>
                <a:cs typeface="Arial" panose="020B0604020202020204" pitchFamily="34" charset="0"/>
              </a:rPr>
              <a:t>The Sentinel-2 data downloaded from Digital Earth Australia (DEA) for these farms has been pre-processed to remove the cloud coverage, tree coverage (non-pasture), and fence effects.</a:t>
            </a:r>
          </a:p>
          <a:p>
            <a:pPr lvl="1"/>
            <a:r>
              <a:rPr lang="en-AU" sz="1800" kern="100" dirty="0">
                <a:effectLst/>
                <a:latin typeface="Aptos" panose="020B0004020202020204" pitchFamily="34" charset="0"/>
                <a:ea typeface="Aptos" panose="020B0004020202020204" pitchFamily="34" charset="0"/>
                <a:cs typeface="Arial" panose="020B0604020202020204" pitchFamily="34" charset="0"/>
              </a:rPr>
              <a:t>The other remote sensing data, such as Landsat and MODIS, can be utilised for these beta farms using open data sources such as Digital Earth Australia and Google Earth Engine.</a:t>
            </a:r>
          </a:p>
          <a:p>
            <a:pPr lvl="1"/>
            <a:r>
              <a:rPr lang="en-AU" sz="1800" kern="100" dirty="0">
                <a:effectLst/>
                <a:latin typeface="Aptos" panose="020B0004020202020204" pitchFamily="34" charset="0"/>
                <a:ea typeface="Aptos" panose="020B0004020202020204" pitchFamily="34" charset="0"/>
                <a:cs typeface="Arial" panose="020B0604020202020204" pitchFamily="34" charset="0"/>
              </a:rPr>
              <a:t>Beta farms (five special farms) are available with paddock boundary information. This includes the geo-location (Long, Lat) of each paddock in these farms.</a:t>
            </a:r>
          </a:p>
          <a:p>
            <a:pPr marL="457200" lvl="1" indent="0">
              <a:buNone/>
            </a:pPr>
            <a:endParaRPr lang="en-AU" sz="1800" kern="100" dirty="0">
              <a:effectLst/>
              <a:latin typeface="Aptos" panose="020B0004020202020204" pitchFamily="34" charset="0"/>
              <a:ea typeface="Aptos" panose="020B0004020202020204" pitchFamily="34" charset="0"/>
              <a:cs typeface="Arial" panose="020B0604020202020204" pitchFamily="34" charset="0"/>
            </a:endParaRPr>
          </a:p>
          <a:p>
            <a:pPr marL="800100" lvl="1" indent="-342900">
              <a:lnSpc>
                <a:spcPct val="107000"/>
              </a:lnSpc>
              <a:spcAft>
                <a:spcPts val="800"/>
              </a:spcAft>
              <a:buFont typeface="Symbol" panose="05050102010706020507" pitchFamily="18" charset="2"/>
              <a:buChar char=""/>
            </a:pPr>
            <a:endParaRPr lang="en-AU" sz="1600" kern="100" dirty="0">
              <a:effectLst/>
              <a:latin typeface="Aptos" panose="020B0004020202020204" pitchFamily="34" charset="0"/>
              <a:ea typeface="Aptos" panose="020B0004020202020204" pitchFamily="34" charset="0"/>
              <a:cs typeface="Arial" panose="020B0604020202020204" pitchFamily="34" charset="0"/>
            </a:endParaRPr>
          </a:p>
          <a:p>
            <a:pPr lvl="1"/>
            <a:endParaRPr lang="en-AU" dirty="0"/>
          </a:p>
          <a:p>
            <a:endParaRPr lang="en-AU" dirty="0"/>
          </a:p>
        </p:txBody>
      </p:sp>
    </p:spTree>
    <p:extLst>
      <p:ext uri="{BB962C8B-B14F-4D97-AF65-F5344CB8AC3E}">
        <p14:creationId xmlns:p14="http://schemas.microsoft.com/office/powerpoint/2010/main" xmlns="" val="41180122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B51F423-9ABF-40E4-779F-1567A2698100}"/>
              </a:ext>
            </a:extLst>
          </p:cNvPr>
          <p:cNvSpPr>
            <a:spLocks noGrp="1"/>
          </p:cNvSpPr>
          <p:nvPr>
            <p:ph type="title"/>
          </p:nvPr>
        </p:nvSpPr>
        <p:spPr/>
        <p:txBody>
          <a:bodyPr/>
          <a:lstStyle/>
          <a:p>
            <a:r>
              <a:rPr lang="en-AU" sz="4400" dirty="0"/>
              <a:t>Forecasting Pasture growth</a:t>
            </a:r>
            <a:endParaRPr lang="en-AU" dirty="0"/>
          </a:p>
        </p:txBody>
      </p:sp>
      <p:sp>
        <p:nvSpPr>
          <p:cNvPr id="3" name="Content Placeholder 2">
            <a:extLst>
              <a:ext uri="{FF2B5EF4-FFF2-40B4-BE49-F238E27FC236}">
                <a16:creationId xmlns:a16="http://schemas.microsoft.com/office/drawing/2014/main" xmlns="" id="{050FA3A7-C615-F7D6-1472-20F91988630B}"/>
              </a:ext>
            </a:extLst>
          </p:cNvPr>
          <p:cNvSpPr>
            <a:spLocks noGrp="1"/>
          </p:cNvSpPr>
          <p:nvPr>
            <p:ph idx="1"/>
          </p:nvPr>
        </p:nvSpPr>
        <p:spPr/>
        <p:txBody>
          <a:bodyPr>
            <a:normAutofit/>
          </a:bodyPr>
          <a:lstStyle/>
          <a:p>
            <a:r>
              <a:rPr lang="en-AU" sz="1800" b="1" kern="100" dirty="0">
                <a:effectLst/>
                <a:latin typeface="Aptos" panose="020B0004020202020204" pitchFamily="34" charset="0"/>
                <a:ea typeface="Aptos" panose="020B0004020202020204" pitchFamily="34" charset="0"/>
                <a:cs typeface="Arial" panose="020B0604020202020204" pitchFamily="34" charset="0"/>
              </a:rPr>
              <a:t>Paddock metadata</a:t>
            </a:r>
            <a:r>
              <a:rPr lang="en-AU" sz="1800" kern="100" dirty="0">
                <a:effectLst/>
                <a:latin typeface="Aptos" panose="020B0004020202020204" pitchFamily="34" charset="0"/>
                <a:ea typeface="Aptos" panose="020B0004020202020204" pitchFamily="34" charset="0"/>
                <a:cs typeface="Arial" panose="020B0604020202020204" pitchFamily="34" charset="0"/>
              </a:rPr>
              <a:t>: </a:t>
            </a:r>
          </a:p>
          <a:p>
            <a:pPr lvl="1"/>
            <a:r>
              <a:rPr lang="en-AU" sz="1800" kern="100" dirty="0">
                <a:latin typeface="Aptos" panose="020B0004020202020204" pitchFamily="34" charset="0"/>
                <a:cs typeface="Arial" panose="020B0604020202020204" pitchFamily="34" charset="0"/>
              </a:rPr>
              <a:t>Each pasture field may crop different pasture species such as clover rye, lucerne, native grasses, etc. </a:t>
            </a:r>
          </a:p>
          <a:p>
            <a:pPr lvl="1"/>
            <a:r>
              <a:rPr lang="en-AU" sz="1800" kern="100" dirty="0">
                <a:latin typeface="Aptos" panose="020B0004020202020204" pitchFamily="34" charset="0"/>
                <a:cs typeface="Arial" panose="020B0604020202020204" pitchFamily="34" charset="0"/>
              </a:rPr>
              <a:t>Farm owners used a farm management mobile app to input details such as the crop type (pasture species) and land size of the paddocks. </a:t>
            </a:r>
          </a:p>
          <a:p>
            <a:pPr lvl="1"/>
            <a:r>
              <a:rPr lang="en-AU" sz="1800" kern="100" dirty="0">
                <a:latin typeface="Aptos" panose="020B0004020202020204" pitchFamily="34" charset="0"/>
                <a:cs typeface="Arial" panose="020B0604020202020204" pitchFamily="34" charset="0"/>
              </a:rPr>
              <a:t>Pasture field data were collected using Sentinel-2 satellite imagery over multiple years (2017 to 2023) across several farms subdivided into many paddocks in the NRM1010 region of Australia. </a:t>
            </a:r>
          </a:p>
          <a:p>
            <a:r>
              <a:rPr lang="en-AU" sz="1800" b="1" kern="100" dirty="0">
                <a:latin typeface="Aptos" panose="020B0004020202020204" pitchFamily="34" charset="0"/>
                <a:cs typeface="Arial" panose="020B0604020202020204" pitchFamily="34" charset="0"/>
              </a:rPr>
              <a:t>SILO Climate data</a:t>
            </a:r>
            <a:r>
              <a:rPr lang="en-AU" sz="1800" kern="100" dirty="0">
                <a:effectLst/>
                <a:latin typeface="Aptos" panose="020B0004020202020204" pitchFamily="34" charset="0"/>
                <a:ea typeface="Aptos" panose="020B0004020202020204" pitchFamily="34" charset="0"/>
                <a:cs typeface="Arial" panose="020B0604020202020204" pitchFamily="34" charset="0"/>
              </a:rPr>
              <a:t>: </a:t>
            </a:r>
          </a:p>
          <a:p>
            <a:pPr lvl="1"/>
            <a:r>
              <a:rPr lang="en-AU" sz="1800" kern="100" dirty="0">
                <a:latin typeface="Aptos" panose="020B0004020202020204" pitchFamily="34" charset="0"/>
                <a:cs typeface="Arial" panose="020B0604020202020204" pitchFamily="34" charset="0"/>
              </a:rPr>
              <a:t>The climate data was obtained from SILO, which uses Bureau of Meteorology data and interpolation techniques to create spatial grids. </a:t>
            </a:r>
          </a:p>
          <a:p>
            <a:pPr lvl="1"/>
            <a:r>
              <a:rPr lang="en-AU" sz="1800" kern="100" dirty="0">
                <a:latin typeface="Aptos" panose="020B0004020202020204" pitchFamily="34" charset="0"/>
                <a:cs typeface="Arial" panose="020B0604020202020204" pitchFamily="34" charset="0"/>
              </a:rPr>
              <a:t>The climate data includes attributes such as rain (mm), temperature (℃), humidity (%), evaporation (mm), and radiation (MJ/m2) daily from 2017 to 2022. </a:t>
            </a:r>
          </a:p>
          <a:p>
            <a:pPr marL="800100" lvl="1" indent="-342900">
              <a:lnSpc>
                <a:spcPct val="107000"/>
              </a:lnSpc>
              <a:spcAft>
                <a:spcPts val="800"/>
              </a:spcAft>
              <a:buFont typeface="Symbol" panose="05050102010706020507" pitchFamily="18" charset="2"/>
              <a:buChar char=""/>
            </a:pPr>
            <a:endParaRPr lang="en-AU" sz="1600" kern="100" dirty="0">
              <a:effectLst/>
              <a:latin typeface="Aptos" panose="020B0004020202020204" pitchFamily="34" charset="0"/>
              <a:ea typeface="Aptos" panose="020B0004020202020204" pitchFamily="34" charset="0"/>
              <a:cs typeface="Arial" panose="020B0604020202020204" pitchFamily="34" charset="0"/>
            </a:endParaRPr>
          </a:p>
          <a:p>
            <a:pPr marL="457200" lvl="1" indent="0">
              <a:lnSpc>
                <a:spcPct val="107000"/>
              </a:lnSpc>
              <a:spcAft>
                <a:spcPts val="800"/>
              </a:spcAft>
              <a:buNone/>
            </a:pPr>
            <a:endParaRPr lang="en-AU" sz="1600" kern="100" dirty="0">
              <a:effectLst/>
              <a:latin typeface="Aptos" panose="020B0004020202020204" pitchFamily="34" charset="0"/>
              <a:ea typeface="Aptos" panose="020B0004020202020204" pitchFamily="34" charset="0"/>
              <a:cs typeface="Arial" panose="020B0604020202020204" pitchFamily="34" charset="0"/>
            </a:endParaRPr>
          </a:p>
          <a:p>
            <a:pPr lvl="1"/>
            <a:endParaRPr lang="en-AU" dirty="0"/>
          </a:p>
          <a:p>
            <a:endParaRPr lang="en-AU" dirty="0"/>
          </a:p>
        </p:txBody>
      </p:sp>
    </p:spTree>
    <p:extLst>
      <p:ext uri="{BB962C8B-B14F-4D97-AF65-F5344CB8AC3E}">
        <p14:creationId xmlns:p14="http://schemas.microsoft.com/office/powerpoint/2010/main" xmlns="" val="12164695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xmlns=""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xmlns=""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184</TotalTime>
  <Words>453</Words>
  <Application>Microsoft Office PowerPoint</Application>
  <PresentationFormat>Custom</PresentationFormat>
  <Paragraphs>26</Paragraphs>
  <Slides>3</Slides>
  <Notes>0</Notes>
  <HiddenSlides>0</HiddenSlides>
  <MMClips>0</MMClips>
  <ScaleCrop>false</ScaleCrop>
  <HeadingPairs>
    <vt:vector size="4" baseType="variant">
      <vt:variant>
        <vt:lpstr>Theme</vt:lpstr>
      </vt:variant>
      <vt:variant>
        <vt:i4>1</vt:i4>
      </vt:variant>
      <vt:variant>
        <vt:lpstr>Slide Titles</vt:lpstr>
      </vt:variant>
      <vt:variant>
        <vt:i4>3</vt:i4>
      </vt:variant>
    </vt:vector>
  </HeadingPairs>
  <TitlesOfParts>
    <vt:vector size="4" baseType="lpstr">
      <vt:lpstr>Office Theme</vt:lpstr>
      <vt:lpstr>Agriculture Domain Problem Forecasting Pasture growth for optimised farm management and business decision-making </vt:lpstr>
      <vt:lpstr>Forecasting Pasture growth</vt:lpstr>
      <vt:lpstr>Forecasting Pasture growth</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Agriculture Domain Problem Forecasting Pasture growth for optimised farm management and business decision-making </dc:title>
  <dc:creator>Richi Nayak</dc:creator>
  <cp:lastModifiedBy>User</cp:lastModifiedBy>
  <cp:revision>3</cp:revision>
  <dcterms:created xsi:type="dcterms:W3CDTF">2024-07-25T02:34:18Z</dcterms:created>
  <dcterms:modified xsi:type="dcterms:W3CDTF">2024-08-04T08:39:39Z</dcterms:modified>
</cp:coreProperties>
</file>